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0000" y="9100000"/>
            <a:ext cx="500000" cy="500000"/>
          </a:xfrm>
          <a:prstGeom prst="ellipse">
            <a:avLst/>
          </a:prstGeom>
          <a:solidFill>
            <a:srgbClr val="D9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1F3B"/>
                </a:solidFill>
              </a:defRPr>
            </a:pPr>
            <a: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0000" y="1200000"/>
            <a:ext cx="6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D9B96B"/>
                </a:solidFill>
                <a:latin typeface="Calibri"/>
              </a:rPr>
              <a:t>declaracion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0" y="1900000"/>
            <a:ext cx="6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1">
                <a:solidFill>
                  <a:srgbClr val="FFFFFF"/>
                </a:solidFill>
                <a:latin typeface="Calibri"/>
              </a:rPr>
              <a:t>proposito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000" y="3300000"/>
            <a:ext cx="117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Texto de ejemplo para la declaracion de proposito de la organizacion.</a:t>
            </a:r>
          </a:p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Sustituye este parrafo con el texto real de tu iglesia.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00000" y="4500000"/>
            <a:ext cx="149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1">
                <a:solidFill>
                  <a:srgbClr val="F5EEDC"/>
                </a:solidFill>
                <a:latin typeface="Calibri"/>
              </a:rPr>
              <a:t>Nombre del Himno de 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0000" y="6200000"/>
            <a:ext cx="149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1">
                <a:solidFill>
                  <a:srgbClr val="D9B96B"/>
                </a:solidFill>
                <a:latin typeface="Calibri"/>
              </a:rPr>
              <a:t>Himno 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00000" y="3000000"/>
            <a:ext cx="151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Linea de ejemplo uno de la letra,</a:t>
            </a:r>
          </a:p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linea de ejemplo dos de la letra.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0" y="3200000"/>
            <a:ext cx="143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1">
                <a:solidFill>
                  <a:srgbClr val="FFFFFF"/>
                </a:solidFill>
                <a:latin typeface="Calibri"/>
              </a:rPr>
              <a:t>Titulo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0" y="4800000"/>
            <a:ext cx="14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1">
                <a:solidFill>
                  <a:srgbClr val="F5EEDC"/>
                </a:solidFill>
                <a:latin typeface="Calibri"/>
              </a:rPr>
              <a:t>Cancion Contemporanea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00000" y="2600000"/>
            <a:ext cx="151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Primera linea de ejemplo,</a:t>
            </a:r>
          </a:p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segunda linea de ejemplo,</a:t>
            </a:r>
          </a:p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tercera linea de ejemplo.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0000" y="9100000"/>
            <a:ext cx="500000" cy="500000"/>
          </a:xfrm>
          <a:prstGeom prst="ellipse">
            <a:avLst/>
          </a:prstGeom>
          <a:solidFill>
            <a:srgbClr val="D9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1F3B"/>
                </a:solidFill>
              </a:defRPr>
            </a:pPr>
            <a: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000" y="2600000"/>
            <a:ext cx="151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1">
                <a:solidFill>
                  <a:srgbClr val="F5EEDC"/>
                </a:solidFill>
                <a:latin typeface="Calibri"/>
              </a:rPr>
              <a:t>Subtitulo de ejemplo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000" y="3300000"/>
            <a:ext cx="151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Titulo de la Seccion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000" y="5200000"/>
            <a:ext cx="151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B96B"/>
                </a:solidFill>
                <a:latin typeface="Calibri"/>
              </a:rPr>
              <a:t>Libro 00:0-0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00000" y="3700000"/>
            <a:ext cx="9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1">
                <a:solidFill>
                  <a:srgbClr val="FFFFFF"/>
                </a:solidFill>
                <a:latin typeface="Calibri"/>
              </a:rPr>
              <a:t>Libro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0000" y="4700000"/>
            <a:ext cx="9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1">
                <a:solidFill>
                  <a:srgbClr val="FFFFFF"/>
                </a:solidFill>
                <a:latin typeface="Calibri"/>
              </a:rPr>
              <a:t>00:0-0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0000" y="3200000"/>
            <a:ext cx="163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Texto de ejemplo del versiculo uno.</a:t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Texto de ejemplo del versiculo 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